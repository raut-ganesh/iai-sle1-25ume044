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12192000"/>
  <p:embeddedFontLst>
    <p:embeddedFont>
      <p:font typeface="Source Sans 3" panose="020B0604020202020204" charset="0"/>
      <p:regular r:id="rId9"/>
    </p:embeddedFont>
    <p:embeddedFont>
      <p:font typeface="Source Serif 4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2CD3-7375-084F-AD3D-86A742237721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55094-E34C-7847-9170-1E0D8E119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1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627287"/>
            <a:ext cx="6223638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AI-Based Smart Home Agent: Performance, Environment, Actuators, Sensors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4273153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 of an intelligent agent that senses, reasons, and acts inside homes — with clear performance measures and practical architecture for real-world reliability.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23999"/>
            <a:ext cx="6223638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kern="0" spc="-51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Defining the Performance Measure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269971" y="1348284"/>
            <a:ext cx="6223638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makes an agent "smart"? We operationalize intelligence into measurable objectives that guide design and evaluation.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023963"/>
            <a:ext cx="3038201" cy="19813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86234" y="2152551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60367" y="2709565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 — Task Success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60367" y="3049984"/>
            <a:ext cx="265740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Rate of completing user requests correctly (automation, commands, scheduled tasks).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5409" y="2023963"/>
            <a:ext cx="3038201" cy="1981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1671" y="2152551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45805" y="2709565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 — Efficiency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645805" y="3049984"/>
            <a:ext cx="265740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Energy saved, latency to act, and reduction in user interventions.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4152602"/>
            <a:ext cx="3038201" cy="19813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86234" y="4281190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460367" y="4838204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 — Robustness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460367" y="5178623"/>
            <a:ext cx="265740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under sensor noise, partial observability, and network disruptions.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5409" y="4152602"/>
            <a:ext cx="3038201" cy="19813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71671" y="4281190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2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645805" y="4838204"/>
            <a:ext cx="265740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 — User Satisfaction &amp; Trust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645805" y="5178623"/>
            <a:ext cx="2657409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Comfort, perceived usefulness, privacy-preserving behavior, and explainability.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92758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5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Environment: Digital &amp; Physical Landscape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661120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agent operates across overlapping spaces: physical rooms, device networks, edge hubs, and optional cloud services. Each layer imposes constraints and opportunities.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748161"/>
            <a:ext cx="5154484" cy="3092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45476" y="2891234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Environment Elements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45476" y="3383955"/>
            <a:ext cx="5154484" cy="244355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 space: device states, occupancy, time, weather, user schedules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Dynamics: stochastic user behavior, delayed actuations, sensor drift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Observability: partial and noisy sensing; sometimes latent user intent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Constraints: privacy policies, bandwidth, device capabilities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99381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5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Sensors: The Agent’s Eyes &amp; Ears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2267744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provide the raw inputs the agent must fuse into situational awareness. Reliability and correct interpretation are critical for performance.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130451"/>
            <a:ext cx="552535" cy="5525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9952" y="3130451"/>
            <a:ext cx="170999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Motion &amp; Presence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99952" y="3836690"/>
            <a:ext cx="1709992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occupancy, activity patterns, and support fall or intrusion detection.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74" y="3130451"/>
            <a:ext cx="552535" cy="5525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61140" y="3130451"/>
            <a:ext cx="17099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Environmental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261140" y="3543399"/>
            <a:ext cx="170999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Temperature, humidity, air quality — used for comfort control and health alerts.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463" y="3130451"/>
            <a:ext cx="552535" cy="5525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22329" y="3130451"/>
            <a:ext cx="170999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Contact &amp; Door Sensors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022329" y="3836690"/>
            <a:ext cx="170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Entry/exit events, security triggers, and occupancy inference.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652" y="3130451"/>
            <a:ext cx="552535" cy="5525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83518" y="3130451"/>
            <a:ext cx="17100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Audio &amp; Voice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783518" y="3543399"/>
            <a:ext cx="1710092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Command recognition, event detection (glass break), with local processing for privacy.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750788"/>
            <a:ext cx="6223638" cy="41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3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Actuators: The Agent’s Hands &amp; Voice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98086" y="1406128"/>
            <a:ext cx="6223638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Actuators execute decisions. Design focuses on safe, reversible, and context-aware actions to avoid unwanted outcomes.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121495"/>
            <a:ext cx="444092" cy="4441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9916" y="2121495"/>
            <a:ext cx="55818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Lighting Control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39916" y="2477591"/>
            <a:ext cx="5581808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Adjust brightness and color for comfort, circadian alignment, and energy savings.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331369"/>
            <a:ext cx="444092" cy="4441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39916" y="3331369"/>
            <a:ext cx="55818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Locks &amp; Entry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339916" y="3687465"/>
            <a:ext cx="55818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access, temporary guest codes, and context-based lock/unlock policies.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272558"/>
            <a:ext cx="444092" cy="4441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39916" y="4272558"/>
            <a:ext cx="55818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HVAC &amp; Climate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339916" y="4628654"/>
            <a:ext cx="5581808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Thermostat adjustments balancing comfort with efficiency and occupant schedules.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5482431"/>
            <a:ext cx="444092" cy="44410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39916" y="5482431"/>
            <a:ext cx="55818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Voice &amp; Notifications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339916" y="5838527"/>
            <a:ext cx="55818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Voice confirmations, proactive prompts, and critical alerts to occupants.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26269"/>
            <a:ext cx="6223638" cy="38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Case Study: Morning Routine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69971" y="1220093"/>
            <a:ext cx="6223638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Scenario: occupant wakes at 7:00. The agent coordinates devices to create a comfortable, efficient start to the day while respecting preferences and constraints.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35166" y="2104926"/>
            <a:ext cx="165096" cy="743248"/>
          </a:xfrm>
          <a:prstGeom prst="roundRect">
            <a:avLst>
              <a:gd name="adj" fmla="val 420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902177" y="2022277"/>
            <a:ext cx="559143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1. Detect Wake Event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02177" y="2347218"/>
            <a:ext cx="5591432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+ bedside device confirms occupant out of bed; confidence threshold passed.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82909" y="3232745"/>
            <a:ext cx="165096" cy="743248"/>
          </a:xfrm>
          <a:prstGeom prst="roundRect">
            <a:avLst>
              <a:gd name="adj" fmla="val 420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149920" y="3150096"/>
            <a:ext cx="53436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2. Sequential Actions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49920" y="3475038"/>
            <a:ext cx="5343689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blinds, warm bathroom via HVAC preheat, start kettle if user allowed.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30652" y="4360565"/>
            <a:ext cx="165096" cy="743248"/>
          </a:xfrm>
          <a:prstGeom prst="roundRect">
            <a:avLst>
              <a:gd name="adj" fmla="val 420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397663" y="4277916"/>
            <a:ext cx="509594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3. Notifications &amp; Learning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97663" y="4602857"/>
            <a:ext cx="509594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one confirmation if unusual; record preference to refine future routines.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8495" y="5488384"/>
            <a:ext cx="165096" cy="743248"/>
          </a:xfrm>
          <a:prstGeom prst="roundRect">
            <a:avLst>
              <a:gd name="adj" fmla="val 420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645506" y="5405735"/>
            <a:ext cx="484810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4. Safety Check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45506" y="5730677"/>
            <a:ext cx="484810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Verify doors locked and stove off; escalate if anomalies detected.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69971" y="1996480"/>
            <a:ext cx="495486" cy="495498"/>
          </a:xfrm>
          <a:prstGeom prst="ellipse">
            <a:avLst/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3793" y="2120404"/>
            <a:ext cx="247743" cy="24774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17714" y="3124299"/>
            <a:ext cx="495486" cy="495498"/>
          </a:xfrm>
          <a:prstGeom prst="ellipse">
            <a:avLst/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536" y="3248223"/>
            <a:ext cx="247743" cy="24774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765457" y="4252119"/>
            <a:ext cx="495486" cy="495498"/>
          </a:xfrm>
          <a:prstGeom prst="ellipse">
            <a:avLst/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9279" y="4376043"/>
            <a:ext cx="247743" cy="24774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3300" y="5379938"/>
            <a:ext cx="495486" cy="495498"/>
          </a:xfrm>
          <a:prstGeom prst="ellipse">
            <a:avLst/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7121" y="5503863"/>
            <a:ext cx="247743" cy="247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505</Words>
  <Application>Microsoft Office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Source Serif 4 SemiBold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Ganesh Raut</cp:lastModifiedBy>
  <cp:revision>4</cp:revision>
  <dcterms:created xsi:type="dcterms:W3CDTF">2026-08-25T05:46:47Z</dcterms:created>
  <dcterms:modified xsi:type="dcterms:W3CDTF">2026-08-29T14:15:40Z</dcterms:modified>
</cp:coreProperties>
</file>